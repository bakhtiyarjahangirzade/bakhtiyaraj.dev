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a:t>
            </a:r>
          </a:p>
        </p:txBody>
      </p:sp>
      <p:sp>
        <p:nvSpPr>
          <p:cNvPr id="3" name="Content Placeholder 2"/>
          <p:cNvSpPr>
            <a:spLocks noGrp="1"/>
          </p:cNvSpPr>
          <p:nvPr>
            <p:ph idx="1"/>
          </p:nvPr>
        </p:nvSpPr>
        <p:spPr/>
        <p:txBody>
          <a:bodyPr/>
          <a:lstStyle/>
          <a:p>
            <a:r>
              <a:t>Community service requirements are a debated part of school life. Supporters argue that they teach students responsibility and give them a sense of connection to the people around them. Critics say that forced service can turn a generous act into a box to tick, and that students who are already overloaded with classes, part-time jobs, and family duties may feel resentful instead of inspired. Both views have merit, and the answer depends largely on how the program is designed.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a:t>
            </a:r>
          </a:p>
        </p:txBody>
      </p:sp>
      <p:sp>
        <p:nvSpPr>
          <p:cNvPr id="3" name="Content Placeholder 2"/>
          <p:cNvSpPr>
            <a:spLocks noGrp="1"/>
          </p:cNvSpPr>
          <p:nvPr>
            <p:ph idx="1"/>
          </p:nvPr>
        </p:nvSpPr>
        <p:spPr/>
        <p:txBody>
          <a:bodyPr/>
          <a:lstStyle/>
          <a:p>
            <a:r>
              <a:t>The strongest argument in favor of required service is that it introduces young people to problems they might otherwise never see. A student who spends a few hours each month at a food bank, a public library, or a care home for the elderly learns how their community actually works. They meet neighbors whose lives differ from their own, and they begin to understand that schools, hospitals, and public parks depend on ordinary people giving their time. Many students report that their first volunteer experience changed how they thought about future careers, and some continued volunteering long after graduation.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a:t>
            </a:r>
          </a:p>
        </p:txBody>
      </p:sp>
      <p:sp>
        <p:nvSpPr>
          <p:cNvPr id="3" name="Content Placeholder 2"/>
          <p:cNvSpPr>
            <a:spLocks noGrp="1"/>
          </p:cNvSpPr>
          <p:nvPr>
            <p:ph idx="1"/>
          </p:nvPr>
        </p:nvSpPr>
        <p:spPr/>
        <p:txBody>
          <a:bodyPr/>
          <a:lstStyle/>
          <a:p>
            <a:r>
              <a:t>Still, a requirement should not be confused with a genuine commitment. When service is simply a graduation checklist, students often choose the easiest option and log hours without any reflection. A better model would allow choice among many kinds of work, connect service to classroom learning, and include a short discussion in which students explain what they gained and what they observed. With those features, required service can build habits of care rather than only a certificate of completion. Without them, it risks teaching students that helping others is just another obligation to escape as quickly as possible.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